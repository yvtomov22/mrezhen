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6" r:id="rId1"/>
  </p:sldMasterIdLst>
  <p:notesMasterIdLst>
    <p:notesMasterId r:id="rId10"/>
  </p:notesMasterIdLst>
  <p:sldIdLst>
    <p:sldId id="256" r:id="rId2"/>
    <p:sldId id="258" r:id="rId3"/>
    <p:sldId id="263" r:id="rId4"/>
    <p:sldId id="262" r:id="rId5"/>
    <p:sldId id="307" r:id="rId6"/>
    <p:sldId id="260" r:id="rId7"/>
    <p:sldId id="308" r:id="rId8"/>
    <p:sldId id="266" r:id="rId9"/>
  </p:sldIdLst>
  <p:sldSz cx="9144000" cy="5143500" type="screen16x9"/>
  <p:notesSz cx="6858000" cy="9144000"/>
  <p:embeddedFontLst>
    <p:embeddedFont>
      <p:font typeface="Franklin Gothic Book" panose="020B0503020102020204" pitchFamily="34" charset="0"/>
      <p:regular r:id="rId11"/>
      <p:italic r:id="rId12"/>
    </p:embeddedFont>
    <p:embeddedFont>
      <p:font typeface="Squada One" panose="020B0604020202020204" charset="0"/>
      <p:regular r:id="rId13"/>
    </p:embeddedFont>
    <p:embeddedFont>
      <p:font typeface="Fira Sans Extra Condensed Medium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4CA72B-0EEC-4660-83DC-E0A818C77945}">
  <a:tblStyle styleId="{A64CA72B-0EEC-4660-83DC-E0A818C779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a39e4857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a39e4857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a39e48574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a39e48574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a39e48574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a39e48574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a39e485748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a39e485748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a39e48574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a39e48574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a39e48574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a39e48574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AD6EE87-EBD5-4F12-A48A-63ACA297AC8F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80376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58005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61015F-7CC6-4D0A-9D87-873EA4C304C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3877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31447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43538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66011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840673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C68B11-C5A8-448C-8CE9-B1A273C79CF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36934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16CA0-919D-4A49-9C8A-62FDFB3A5183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05099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993809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93498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ctrTitle" idx="2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ctrTitle" idx="4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6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7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 hasCustomPrompt="1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4" hasCustomPrompt="1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99033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ctrTitle"/>
          </p:nvPr>
        </p:nvSpPr>
        <p:spPr>
          <a:xfrm>
            <a:off x="2422500" y="2348625"/>
            <a:ext cx="42990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 hasCustomPrompt="1"/>
          </p:nvPr>
        </p:nvSpPr>
        <p:spPr>
          <a:xfrm>
            <a:off x="2422500" y="129600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"/>
          </p:nvPr>
        </p:nvSpPr>
        <p:spPr>
          <a:xfrm>
            <a:off x="2422500" y="2893425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6822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4297175" y="2355550"/>
            <a:ext cx="4299000" cy="6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4297175" y="131716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297175" y="2900355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5639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9">
  <p:cSld name="Title and three columns 9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1" name="Google Shape;481;p53"/>
          <p:cNvSpPr txBox="1">
            <a:spLocks noGrp="1"/>
          </p:cNvSpPr>
          <p:nvPr>
            <p:ph type="subTitle" idx="1"/>
          </p:nvPr>
        </p:nvSpPr>
        <p:spPr>
          <a:xfrm>
            <a:off x="1758182" y="4055692"/>
            <a:ext cx="12177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53"/>
          <p:cNvSpPr txBox="1">
            <a:spLocks noGrp="1"/>
          </p:cNvSpPr>
          <p:nvPr>
            <p:ph type="subTitle" idx="2"/>
          </p:nvPr>
        </p:nvSpPr>
        <p:spPr>
          <a:xfrm>
            <a:off x="3939062" y="4070880"/>
            <a:ext cx="12624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 txBox="1">
            <a:spLocks noGrp="1"/>
          </p:cNvSpPr>
          <p:nvPr>
            <p:ph type="subTitle" idx="3"/>
          </p:nvPr>
        </p:nvSpPr>
        <p:spPr>
          <a:xfrm>
            <a:off x="6187500" y="4069687"/>
            <a:ext cx="12624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53"/>
          <p:cNvSpPr txBox="1">
            <a:spLocks noGrp="1"/>
          </p:cNvSpPr>
          <p:nvPr>
            <p:ph type="subTitle" idx="4"/>
          </p:nvPr>
        </p:nvSpPr>
        <p:spPr>
          <a:xfrm>
            <a:off x="1743882" y="3729155"/>
            <a:ext cx="12177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subTitle" idx="5"/>
          </p:nvPr>
        </p:nvSpPr>
        <p:spPr>
          <a:xfrm>
            <a:off x="3939062" y="3733800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subTitle" idx="6"/>
          </p:nvPr>
        </p:nvSpPr>
        <p:spPr>
          <a:xfrm>
            <a:off x="6187600" y="3733632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48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2722955" y="3329200"/>
            <a:ext cx="3698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ctrTitle"/>
          </p:nvPr>
        </p:nvSpPr>
        <p:spPr>
          <a:xfrm>
            <a:off x="1710150" y="1328125"/>
            <a:ext cx="5723700" cy="18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8931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4825200" y="1728900"/>
            <a:ext cx="2490300" cy="16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077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8505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503658" y="5143500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000305"/>
            <a:ext cx="7467600" cy="3028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6"/>
          <p:cNvSpPr txBox="1">
            <a:spLocks noGrp="1"/>
          </p:cNvSpPr>
          <p:nvPr>
            <p:ph type="ctrTitle"/>
          </p:nvPr>
        </p:nvSpPr>
        <p:spPr>
          <a:xfrm>
            <a:off x="1322673" y="2231047"/>
            <a:ext cx="201264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bg-BG" dirty="0" smtClean="0"/>
              <a:t>Проблемът и Решението</a:t>
            </a:r>
            <a:endParaRPr dirty="0"/>
          </a:p>
        </p:txBody>
      </p:sp>
      <p:sp>
        <p:nvSpPr>
          <p:cNvPr id="780" name="Google Shape;780;p96"/>
          <p:cNvSpPr txBox="1">
            <a:spLocks noGrp="1"/>
          </p:cNvSpPr>
          <p:nvPr>
            <p:ph type="subTitle" idx="1"/>
          </p:nvPr>
        </p:nvSpPr>
        <p:spPr>
          <a:xfrm>
            <a:off x="2051807" y="517087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81" name="Google Shape;781;p96"/>
          <p:cNvSpPr txBox="1">
            <a:spLocks noGrp="1"/>
          </p:cNvSpPr>
          <p:nvPr>
            <p:ph type="ctrTitle" idx="2"/>
          </p:nvPr>
        </p:nvSpPr>
        <p:spPr>
          <a:xfrm>
            <a:off x="5591326" y="2172315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bg-BG" dirty="0"/>
              <a:t>Стъпи на разработка</a:t>
            </a:r>
            <a:br>
              <a:rPr lang="bg-BG" dirty="0"/>
            </a:br>
            <a:endParaRPr dirty="0"/>
          </a:p>
        </p:txBody>
      </p:sp>
      <p:sp>
        <p:nvSpPr>
          <p:cNvPr id="778" name="Google Shape;778;p96"/>
          <p:cNvSpPr txBox="1">
            <a:spLocks noGrp="1"/>
          </p:cNvSpPr>
          <p:nvPr>
            <p:ph type="subTitle" idx="3"/>
          </p:nvPr>
        </p:nvSpPr>
        <p:spPr>
          <a:xfrm>
            <a:off x="1970012" y="5156813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77" name="Google Shape;777;p96"/>
          <p:cNvSpPr txBox="1">
            <a:spLocks noGrp="1"/>
          </p:cNvSpPr>
          <p:nvPr>
            <p:ph type="ctrTitle" idx="4"/>
          </p:nvPr>
        </p:nvSpPr>
        <p:spPr>
          <a:xfrm>
            <a:off x="3350143" y="208030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bg-BG" dirty="0"/>
              <a:t>Нашият отбор</a:t>
            </a:r>
            <a:endParaRPr dirty="0"/>
          </a:p>
        </p:txBody>
      </p:sp>
      <p:sp>
        <p:nvSpPr>
          <p:cNvPr id="782" name="Google Shape;782;p96"/>
          <p:cNvSpPr txBox="1">
            <a:spLocks noGrp="1"/>
          </p:cNvSpPr>
          <p:nvPr>
            <p:ph type="subTitle" idx="5"/>
          </p:nvPr>
        </p:nvSpPr>
        <p:spPr>
          <a:xfrm>
            <a:off x="4964100" y="517087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83" name="Google Shape;783;p96"/>
          <p:cNvSpPr txBox="1">
            <a:spLocks noGrp="1"/>
          </p:cNvSpPr>
          <p:nvPr>
            <p:ph type="ctrTitle" idx="6"/>
          </p:nvPr>
        </p:nvSpPr>
        <p:spPr>
          <a:xfrm>
            <a:off x="3366326" y="389139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Предимства на приложението</a:t>
            </a:r>
            <a:br>
              <a:rPr lang="bg-BG" dirty="0" smtClean="0"/>
            </a:br>
            <a:endParaRPr dirty="0"/>
          </a:p>
        </p:txBody>
      </p:sp>
      <p:sp>
        <p:nvSpPr>
          <p:cNvPr id="784" name="Google Shape;784;p96"/>
          <p:cNvSpPr txBox="1">
            <a:spLocks noGrp="1"/>
          </p:cNvSpPr>
          <p:nvPr>
            <p:ph type="subTitle" idx="7"/>
          </p:nvPr>
        </p:nvSpPr>
        <p:spPr>
          <a:xfrm>
            <a:off x="5185707" y="51775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85" name="Google Shape;785;p96"/>
          <p:cNvSpPr txBox="1">
            <a:spLocks noGrp="1"/>
          </p:cNvSpPr>
          <p:nvPr>
            <p:ph type="ctrTitle" idx="8"/>
          </p:nvPr>
        </p:nvSpPr>
        <p:spPr>
          <a:xfrm>
            <a:off x="1215043" y="407375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Съдържание</a:t>
            </a:r>
            <a:endParaRPr dirty="0"/>
          </a:p>
        </p:txBody>
      </p:sp>
      <p:sp>
        <p:nvSpPr>
          <p:cNvPr id="786" name="Google Shape;786;p96"/>
          <p:cNvSpPr txBox="1">
            <a:spLocks noGrp="1"/>
          </p:cNvSpPr>
          <p:nvPr>
            <p:ph type="title" idx="9"/>
          </p:nvPr>
        </p:nvSpPr>
        <p:spPr>
          <a:xfrm>
            <a:off x="1478030" y="1633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87" name="Google Shape;787;p96"/>
          <p:cNvSpPr txBox="1">
            <a:spLocks noGrp="1"/>
          </p:cNvSpPr>
          <p:nvPr>
            <p:ph type="title" idx="13"/>
          </p:nvPr>
        </p:nvSpPr>
        <p:spPr>
          <a:xfrm>
            <a:off x="5995526" y="154695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88" name="Google Shape;788;p96"/>
          <p:cNvSpPr txBox="1">
            <a:spLocks noGrp="1"/>
          </p:cNvSpPr>
          <p:nvPr>
            <p:ph type="title" idx="14"/>
          </p:nvPr>
        </p:nvSpPr>
        <p:spPr>
          <a:xfrm>
            <a:off x="3777195" y="1575458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89" name="Google Shape;789;p96"/>
          <p:cNvSpPr txBox="1">
            <a:spLocks noGrp="1"/>
          </p:cNvSpPr>
          <p:nvPr>
            <p:ph type="title" idx="15"/>
          </p:nvPr>
        </p:nvSpPr>
        <p:spPr>
          <a:xfrm>
            <a:off x="3803700" y="313088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</a:t>
            </a:r>
            <a:r>
              <a:rPr lang="bg-BG" dirty="0" smtClean="0"/>
              <a:t>5</a:t>
            </a:r>
            <a:endParaRPr dirty="0"/>
          </a:p>
        </p:txBody>
      </p:sp>
      <p:cxnSp>
        <p:nvCxnSpPr>
          <p:cNvPr id="790" name="Google Shape;790;p96"/>
          <p:cNvCxnSpPr/>
          <p:nvPr/>
        </p:nvCxnSpPr>
        <p:spPr>
          <a:xfrm flipV="1">
            <a:off x="1822174" y="2163875"/>
            <a:ext cx="5663843" cy="49524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96"/>
          <p:cNvCxnSpPr/>
          <p:nvPr/>
        </p:nvCxnSpPr>
        <p:spPr>
          <a:xfrm flipV="1">
            <a:off x="1875183" y="3680602"/>
            <a:ext cx="5610834" cy="900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783;p96"/>
          <p:cNvSpPr txBox="1">
            <a:spLocks/>
          </p:cNvSpPr>
          <p:nvPr/>
        </p:nvSpPr>
        <p:spPr>
          <a:xfrm>
            <a:off x="5630312" y="3672023"/>
            <a:ext cx="26292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endParaRPr lang="bg-BG" dirty="0"/>
          </a:p>
        </p:txBody>
      </p:sp>
      <p:sp>
        <p:nvSpPr>
          <p:cNvPr id="18" name="Google Shape;789;p96"/>
          <p:cNvSpPr txBox="1">
            <a:spLocks/>
          </p:cNvSpPr>
          <p:nvPr/>
        </p:nvSpPr>
        <p:spPr>
          <a:xfrm>
            <a:off x="6068012" y="3162892"/>
            <a:ext cx="17538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Tx/>
              <a:buFontTx/>
            </a:pPr>
            <a:r>
              <a:rPr lang="en" dirty="0" smtClean="0"/>
              <a:t>0</a:t>
            </a:r>
            <a:r>
              <a:rPr lang="bg-BG" dirty="0" smtClean="0"/>
              <a:t>6</a:t>
            </a:r>
            <a:endParaRPr lang="en" dirty="0"/>
          </a:p>
        </p:txBody>
      </p:sp>
      <p:sp>
        <p:nvSpPr>
          <p:cNvPr id="19" name="Google Shape;783;p96"/>
          <p:cNvSpPr txBox="1">
            <a:spLocks/>
          </p:cNvSpPr>
          <p:nvPr/>
        </p:nvSpPr>
        <p:spPr>
          <a:xfrm>
            <a:off x="5630312" y="3458479"/>
            <a:ext cx="26292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Използвани технологии</a:t>
            </a:r>
            <a:endParaRPr lang="bg-BG" dirty="0"/>
          </a:p>
        </p:txBody>
      </p:sp>
      <p:sp>
        <p:nvSpPr>
          <p:cNvPr id="24" name="Google Shape;783;p96"/>
          <p:cNvSpPr txBox="1">
            <a:spLocks/>
          </p:cNvSpPr>
          <p:nvPr/>
        </p:nvSpPr>
        <p:spPr>
          <a:xfrm>
            <a:off x="1399187" y="3936661"/>
            <a:ext cx="26292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 lvl="0">
              <a:buClr>
                <a:schemeClr val="dk1"/>
              </a:buClr>
              <a:buSzPts val="1100"/>
            </a:pPr>
            <a:r>
              <a:rPr lang="bg-BG" dirty="0"/>
              <a:t>Архитектура на приложението</a:t>
            </a:r>
            <a:endParaRPr lang="bg-BG" dirty="0"/>
          </a:p>
        </p:txBody>
      </p:sp>
      <p:sp>
        <p:nvSpPr>
          <p:cNvPr id="25" name="Google Shape;789;p96"/>
          <p:cNvSpPr txBox="1">
            <a:spLocks/>
          </p:cNvSpPr>
          <p:nvPr/>
        </p:nvSpPr>
        <p:spPr>
          <a:xfrm>
            <a:off x="1822174" y="3134013"/>
            <a:ext cx="17538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Tx/>
              <a:buFontTx/>
            </a:pPr>
            <a:r>
              <a:rPr lang="en" smtClean="0"/>
              <a:t>04</a:t>
            </a:r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1"/>
          <p:cNvSpPr txBox="1">
            <a:spLocks noGrp="1"/>
          </p:cNvSpPr>
          <p:nvPr>
            <p:ph type="ctrTitle"/>
          </p:nvPr>
        </p:nvSpPr>
        <p:spPr>
          <a:xfrm>
            <a:off x="2753804" y="1732399"/>
            <a:ext cx="3803374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Проблемът и Решението</a:t>
            </a:r>
            <a:endParaRPr dirty="0"/>
          </a:p>
        </p:txBody>
      </p:sp>
      <p:sp>
        <p:nvSpPr>
          <p:cNvPr id="834" name="Google Shape;834;p101"/>
          <p:cNvSpPr txBox="1">
            <a:spLocks noGrp="1"/>
          </p:cNvSpPr>
          <p:nvPr>
            <p:ph type="title" idx="2"/>
          </p:nvPr>
        </p:nvSpPr>
        <p:spPr>
          <a:xfrm>
            <a:off x="2753804" y="514350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832" name="Google Shape;832;p101"/>
          <p:cNvSpPr txBox="1">
            <a:spLocks noGrp="1"/>
          </p:cNvSpPr>
          <p:nvPr>
            <p:ph type="subTitle" idx="1"/>
          </p:nvPr>
        </p:nvSpPr>
        <p:spPr>
          <a:xfrm>
            <a:off x="2304554" y="5143500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Here you could describe the topic of the section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/>
          <p:cNvSpPr>
            <a:spLocks noGrp="1"/>
          </p:cNvSpPr>
          <p:nvPr>
            <p:ph type="ctrTitle"/>
          </p:nvPr>
        </p:nvSpPr>
        <p:spPr>
          <a:xfrm>
            <a:off x="4266005" y="392059"/>
            <a:ext cx="4299000" cy="650700"/>
          </a:xfrm>
        </p:spPr>
        <p:txBody>
          <a:bodyPr/>
          <a:lstStyle/>
          <a:p>
            <a:r>
              <a:rPr lang="bg-BG" dirty="0" smtClean="0"/>
              <a:t>Отборът</a:t>
            </a:r>
            <a:endParaRPr lang="en-US" dirty="0"/>
          </a:p>
        </p:txBody>
      </p:sp>
      <p:sp>
        <p:nvSpPr>
          <p:cNvPr id="4" name="Заглавие 3"/>
          <p:cNvSpPr>
            <a:spLocks noGrp="1"/>
          </p:cNvSpPr>
          <p:nvPr>
            <p:ph type="title" idx="2"/>
          </p:nvPr>
        </p:nvSpPr>
        <p:spPr>
          <a:xfrm>
            <a:off x="3866479" y="5143500"/>
            <a:ext cx="4299000" cy="109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Подзаглавие 1"/>
          <p:cNvSpPr>
            <a:spLocks noGrp="1"/>
          </p:cNvSpPr>
          <p:nvPr>
            <p:ph type="subTitle" idx="1"/>
          </p:nvPr>
        </p:nvSpPr>
        <p:spPr>
          <a:xfrm>
            <a:off x="3866479" y="5143500"/>
            <a:ext cx="4299000" cy="367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566" y="1378873"/>
            <a:ext cx="1714500" cy="2286000"/>
          </a:xfrm>
          <a:prstGeom prst="rect">
            <a:avLst/>
          </a:prstGeom>
        </p:spPr>
      </p:pic>
      <p:sp>
        <p:nvSpPr>
          <p:cNvPr id="7" name="Текстово поле 6"/>
          <p:cNvSpPr txBox="1"/>
          <p:nvPr/>
        </p:nvSpPr>
        <p:spPr>
          <a:xfrm>
            <a:off x="4849483" y="3856205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 smtClean="0"/>
              <a:t>Аспарух Георгиев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6" name="Google Shape;1676;p145"/>
          <p:cNvCxnSpPr/>
          <p:nvPr/>
        </p:nvCxnSpPr>
        <p:spPr>
          <a:xfrm>
            <a:off x="4352254" y="2568201"/>
            <a:ext cx="0" cy="1125688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7" name="Google Shape;1677;p145"/>
          <p:cNvCxnSpPr/>
          <p:nvPr/>
        </p:nvCxnSpPr>
        <p:spPr>
          <a:xfrm>
            <a:off x="1737515" y="3143089"/>
            <a:ext cx="0" cy="5508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78" name="Google Shape;1678;p145"/>
          <p:cNvGrpSpPr/>
          <p:nvPr/>
        </p:nvGrpSpPr>
        <p:grpSpPr>
          <a:xfrm>
            <a:off x="6598163" y="2332327"/>
            <a:ext cx="1053967" cy="1218906"/>
            <a:chOff x="6293363" y="2325700"/>
            <a:chExt cx="1053967" cy="1218906"/>
          </a:xfrm>
        </p:grpSpPr>
        <p:sp>
          <p:nvSpPr>
            <p:cNvPr id="1679" name="Google Shape;1679;p145"/>
            <p:cNvSpPr/>
            <p:nvPr/>
          </p:nvSpPr>
          <p:spPr>
            <a:xfrm>
              <a:off x="6293363" y="232570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45"/>
            <p:cNvSpPr/>
            <p:nvPr/>
          </p:nvSpPr>
          <p:spPr>
            <a:xfrm>
              <a:off x="6822431" y="319563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45"/>
            <p:cNvSpPr/>
            <p:nvPr/>
          </p:nvSpPr>
          <p:spPr>
            <a:xfrm>
              <a:off x="6293363" y="319305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45"/>
            <p:cNvSpPr/>
            <p:nvPr/>
          </p:nvSpPr>
          <p:spPr>
            <a:xfrm>
              <a:off x="6821127" y="232570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45"/>
            <p:cNvSpPr/>
            <p:nvPr/>
          </p:nvSpPr>
          <p:spPr>
            <a:xfrm>
              <a:off x="6293363" y="263049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45"/>
            <p:cNvSpPr/>
            <p:nvPr/>
          </p:nvSpPr>
          <p:spPr>
            <a:xfrm>
              <a:off x="7265458" y="263049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3" name="Google Shape;1693;p145"/>
          <p:cNvSpPr txBox="1">
            <a:spLocks noGrp="1"/>
          </p:cNvSpPr>
          <p:nvPr>
            <p:ph type="ctrTitle"/>
          </p:nvPr>
        </p:nvSpPr>
        <p:spPr>
          <a:xfrm flipH="1">
            <a:off x="764401" y="371093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bg-BG" dirty="0" smtClean="0"/>
              <a:t>Стъпки на разработка</a:t>
            </a:r>
            <a:endParaRPr dirty="0"/>
          </a:p>
        </p:txBody>
      </p:sp>
      <p:sp>
        <p:nvSpPr>
          <p:cNvPr id="1712" name="Google Shape;1712;p145"/>
          <p:cNvSpPr txBox="1">
            <a:spLocks noGrp="1"/>
          </p:cNvSpPr>
          <p:nvPr>
            <p:ph type="subTitle" idx="1"/>
          </p:nvPr>
        </p:nvSpPr>
        <p:spPr>
          <a:xfrm>
            <a:off x="596182" y="3735782"/>
            <a:ext cx="2274389" cy="10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50800"/>
            <a:r>
              <a:rPr lang="bg-BG" sz="1600" dirty="0" smtClean="0">
                <a:latin typeface="Squada One"/>
                <a:ea typeface="Squada One"/>
                <a:cs typeface="Squada One"/>
                <a:sym typeface="Nunito"/>
              </a:rPr>
              <a:t>Обсъдихме различни идеи и създадохме лого след избиране на идея</a:t>
            </a:r>
            <a:endParaRPr lang="bg-BG" sz="1600" dirty="0">
              <a:latin typeface="Squada One"/>
              <a:ea typeface="Squada One"/>
              <a:cs typeface="Squada One"/>
              <a:sym typeface="Nunito"/>
            </a:endParaRPr>
          </a:p>
        </p:txBody>
      </p:sp>
      <p:sp>
        <p:nvSpPr>
          <p:cNvPr id="1713" name="Google Shape;1713;p145"/>
          <p:cNvSpPr txBox="1">
            <a:spLocks noGrp="1"/>
          </p:cNvSpPr>
          <p:nvPr>
            <p:ph type="subTitle" idx="2"/>
          </p:nvPr>
        </p:nvSpPr>
        <p:spPr>
          <a:xfrm>
            <a:off x="3354591" y="3727973"/>
            <a:ext cx="1995326" cy="1007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indent="-127000"/>
            <a:r>
              <a:rPr lang="bg-BG" sz="1600" dirty="0" smtClean="0">
                <a:latin typeface="Squada One"/>
                <a:ea typeface="Squada One"/>
                <a:cs typeface="Squada One"/>
                <a:sym typeface="Nunito"/>
              </a:rPr>
              <a:t>Създадохме дизайн на приложението и основните страници</a:t>
            </a:r>
            <a:endParaRPr lang="bg-BG" sz="1600" dirty="0">
              <a:latin typeface="Squada One"/>
              <a:ea typeface="Squada One"/>
              <a:cs typeface="Squada One"/>
              <a:sym typeface="Nunito"/>
            </a:endParaRPr>
          </a:p>
        </p:txBody>
      </p:sp>
      <p:sp>
        <p:nvSpPr>
          <p:cNvPr id="1714" name="Google Shape;1714;p145"/>
          <p:cNvSpPr txBox="1">
            <a:spLocks noGrp="1"/>
          </p:cNvSpPr>
          <p:nvPr>
            <p:ph type="subTitle" idx="3"/>
          </p:nvPr>
        </p:nvSpPr>
        <p:spPr>
          <a:xfrm>
            <a:off x="6163118" y="3695616"/>
            <a:ext cx="1920763" cy="1278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25400"/>
            <a:r>
              <a:rPr lang="bg-BG" sz="1600" dirty="0" smtClean="0">
                <a:latin typeface="Squada One"/>
                <a:ea typeface="Squada One"/>
                <a:cs typeface="Squada One"/>
                <a:sym typeface="Nunito"/>
              </a:rPr>
              <a:t>Направихме връзката между функционалността и дизайна на приложението</a:t>
            </a:r>
            <a:endParaRPr lang="bg-BG" sz="1600" dirty="0">
              <a:latin typeface="Squada One"/>
              <a:ea typeface="Squada One"/>
              <a:cs typeface="Squada One"/>
              <a:sym typeface="Nunito"/>
            </a:endParaRPr>
          </a:p>
        </p:txBody>
      </p:sp>
      <p:sp>
        <p:nvSpPr>
          <p:cNvPr id="1715" name="Google Shape;1715;p145"/>
          <p:cNvSpPr txBox="1">
            <a:spLocks noGrp="1"/>
          </p:cNvSpPr>
          <p:nvPr>
            <p:ph type="subTitle" idx="4"/>
          </p:nvPr>
        </p:nvSpPr>
        <p:spPr>
          <a:xfrm>
            <a:off x="1138047" y="2228235"/>
            <a:ext cx="12177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Първи спринт</a:t>
            </a:r>
            <a:endParaRPr dirty="0"/>
          </a:p>
        </p:txBody>
      </p:sp>
      <p:sp>
        <p:nvSpPr>
          <p:cNvPr id="1716" name="Google Shape;1716;p145"/>
          <p:cNvSpPr txBox="1">
            <a:spLocks noGrp="1"/>
          </p:cNvSpPr>
          <p:nvPr>
            <p:ph type="subTitle" idx="5"/>
          </p:nvPr>
        </p:nvSpPr>
        <p:spPr>
          <a:xfrm>
            <a:off x="3721054" y="1704582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>
                <a:sym typeface="Nunito"/>
              </a:rPr>
              <a:t>Втори спринт</a:t>
            </a:r>
          </a:p>
        </p:txBody>
      </p:sp>
      <p:sp>
        <p:nvSpPr>
          <p:cNvPr id="1717" name="Google Shape;1717;p145"/>
          <p:cNvSpPr txBox="1">
            <a:spLocks noGrp="1"/>
          </p:cNvSpPr>
          <p:nvPr>
            <p:ph type="subTitle" idx="6"/>
          </p:nvPr>
        </p:nvSpPr>
        <p:spPr>
          <a:xfrm>
            <a:off x="6492300" y="2635266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>
                <a:sym typeface="Nunito"/>
              </a:rPr>
              <a:t>Трети спринт</a:t>
            </a:r>
          </a:p>
        </p:txBody>
      </p:sp>
      <p:cxnSp>
        <p:nvCxnSpPr>
          <p:cNvPr id="1694" name="Google Shape;1694;p145"/>
          <p:cNvCxnSpPr/>
          <p:nvPr/>
        </p:nvCxnSpPr>
        <p:spPr>
          <a:xfrm flipV="1">
            <a:off x="1205613" y="3681154"/>
            <a:ext cx="7338898" cy="14462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5" name="Google Shape;1695;p145"/>
          <p:cNvCxnSpPr/>
          <p:nvPr/>
        </p:nvCxnSpPr>
        <p:spPr>
          <a:xfrm>
            <a:off x="7123550" y="3562302"/>
            <a:ext cx="0" cy="1170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96" name="Google Shape;1696;p145"/>
          <p:cNvGrpSpPr/>
          <p:nvPr/>
        </p:nvGrpSpPr>
        <p:grpSpPr>
          <a:xfrm>
            <a:off x="3825242" y="1396926"/>
            <a:ext cx="1053967" cy="1218906"/>
            <a:chOff x="4061988" y="1375700"/>
            <a:chExt cx="1053967" cy="1218906"/>
          </a:xfrm>
        </p:grpSpPr>
        <p:sp>
          <p:nvSpPr>
            <p:cNvPr id="1697" name="Google Shape;1697;p145"/>
            <p:cNvSpPr/>
            <p:nvPr/>
          </p:nvSpPr>
          <p:spPr>
            <a:xfrm>
              <a:off x="4061988" y="137570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45"/>
            <p:cNvSpPr/>
            <p:nvPr/>
          </p:nvSpPr>
          <p:spPr>
            <a:xfrm>
              <a:off x="4591056" y="224563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45"/>
            <p:cNvSpPr/>
            <p:nvPr/>
          </p:nvSpPr>
          <p:spPr>
            <a:xfrm>
              <a:off x="4061988" y="224305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45"/>
            <p:cNvSpPr/>
            <p:nvPr/>
          </p:nvSpPr>
          <p:spPr>
            <a:xfrm>
              <a:off x="4589752" y="137570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45"/>
            <p:cNvSpPr/>
            <p:nvPr/>
          </p:nvSpPr>
          <p:spPr>
            <a:xfrm>
              <a:off x="4061988" y="168049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45"/>
            <p:cNvSpPr/>
            <p:nvPr/>
          </p:nvSpPr>
          <p:spPr>
            <a:xfrm>
              <a:off x="5034083" y="168049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4" name="Google Shape;1704;p145"/>
          <p:cNvGrpSpPr/>
          <p:nvPr/>
        </p:nvGrpSpPr>
        <p:grpSpPr>
          <a:xfrm>
            <a:off x="1205613" y="1920929"/>
            <a:ext cx="1053967" cy="1218906"/>
            <a:chOff x="1830588" y="1925350"/>
            <a:chExt cx="1053967" cy="1218906"/>
          </a:xfrm>
        </p:grpSpPr>
        <p:sp>
          <p:nvSpPr>
            <p:cNvPr id="1705" name="Google Shape;1705;p145"/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45"/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45"/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45"/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45"/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45"/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98"/>
          <p:cNvSpPr txBox="1">
            <a:spLocks noGrp="1"/>
          </p:cNvSpPr>
          <p:nvPr>
            <p:ph type="ctrTitle"/>
          </p:nvPr>
        </p:nvSpPr>
        <p:spPr>
          <a:xfrm>
            <a:off x="3301889" y="0"/>
            <a:ext cx="5723700" cy="18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Архитектура на приложението</a:t>
            </a:r>
            <a:endParaRPr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26" y="0"/>
            <a:ext cx="4344879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Картина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919" y="106680"/>
            <a:ext cx="5095519" cy="487534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71724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4"/>
          <p:cNvSpPr txBox="1">
            <a:spLocks noGrp="1"/>
          </p:cNvSpPr>
          <p:nvPr>
            <p:ph type="ctrTitle"/>
          </p:nvPr>
        </p:nvSpPr>
        <p:spPr>
          <a:xfrm flipH="1">
            <a:off x="0" y="5143500"/>
            <a:ext cx="3956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/>
              <a:t>INTRDUCTION</a:t>
            </a:r>
            <a:endParaRPr dirty="0"/>
          </a:p>
        </p:txBody>
      </p:sp>
      <p:sp>
        <p:nvSpPr>
          <p:cNvPr id="2" name="Подзаглавие 1"/>
          <p:cNvSpPr>
            <a:spLocks noGrp="1"/>
          </p:cNvSpPr>
          <p:nvPr>
            <p:ph type="subTitle" idx="1"/>
          </p:nvPr>
        </p:nvSpPr>
        <p:spPr>
          <a:xfrm>
            <a:off x="4699304" y="5143500"/>
            <a:ext cx="2490300" cy="1685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Текстово поле 2"/>
          <p:cNvSpPr txBox="1"/>
          <p:nvPr/>
        </p:nvSpPr>
        <p:spPr>
          <a:xfrm>
            <a:off x="3366053" y="649356"/>
            <a:ext cx="239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 smtClean="0"/>
              <a:t>Технологии</a:t>
            </a:r>
            <a:endParaRPr lang="en-US" sz="3200" dirty="0"/>
          </a:p>
        </p:txBody>
      </p:sp>
      <p:pic>
        <p:nvPicPr>
          <p:cNvPr id="14" name="Картина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61" y="1300336"/>
            <a:ext cx="780290" cy="780290"/>
          </a:xfrm>
          <a:prstGeom prst="rect">
            <a:avLst/>
          </a:prstGeom>
        </p:spPr>
      </p:pic>
      <p:pic>
        <p:nvPicPr>
          <p:cNvPr id="15" name="Картина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51" y="1300336"/>
            <a:ext cx="780290" cy="780290"/>
          </a:xfrm>
          <a:prstGeom prst="rect">
            <a:avLst/>
          </a:prstGeom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41" y="1300336"/>
            <a:ext cx="780290" cy="780290"/>
          </a:xfrm>
          <a:prstGeom prst="rect">
            <a:avLst/>
          </a:prstGeom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4" y="2860916"/>
            <a:ext cx="780290" cy="780290"/>
          </a:xfrm>
          <a:prstGeom prst="rect">
            <a:avLst/>
          </a:prstGeom>
        </p:spPr>
      </p:pic>
      <p:pic>
        <p:nvPicPr>
          <p:cNvPr id="18" name="Картина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61" y="2860916"/>
            <a:ext cx="780290" cy="780290"/>
          </a:xfrm>
          <a:prstGeom prst="rect">
            <a:avLst/>
          </a:prstGeom>
        </p:spPr>
      </p:pic>
      <p:pic>
        <p:nvPicPr>
          <p:cNvPr id="19" name="Картина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61" y="2080626"/>
            <a:ext cx="780290" cy="780290"/>
          </a:xfrm>
          <a:prstGeom prst="rect">
            <a:avLst/>
          </a:prstGeom>
        </p:spPr>
      </p:pic>
      <p:pic>
        <p:nvPicPr>
          <p:cNvPr id="20" name="Картина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51" y="2080626"/>
            <a:ext cx="780290" cy="780290"/>
          </a:xfrm>
          <a:prstGeom prst="rect">
            <a:avLst/>
          </a:prstGeom>
        </p:spPr>
      </p:pic>
      <p:pic>
        <p:nvPicPr>
          <p:cNvPr id="21" name="Картина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41" y="2080626"/>
            <a:ext cx="780290" cy="780290"/>
          </a:xfrm>
          <a:prstGeom prst="rect">
            <a:avLst/>
          </a:prstGeom>
        </p:spPr>
      </p:pic>
      <p:pic>
        <p:nvPicPr>
          <p:cNvPr id="22" name="Картина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41" y="2860916"/>
            <a:ext cx="780290" cy="780290"/>
          </a:xfrm>
          <a:prstGeom prst="rect">
            <a:avLst/>
          </a:prstGeom>
        </p:spPr>
      </p:pic>
      <p:pic>
        <p:nvPicPr>
          <p:cNvPr id="23" name="Картина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041" y="1234131"/>
            <a:ext cx="780290" cy="780290"/>
          </a:xfrm>
          <a:prstGeom prst="rect">
            <a:avLst/>
          </a:prstGeom>
        </p:spPr>
      </p:pic>
      <p:pic>
        <p:nvPicPr>
          <p:cNvPr id="24" name="Картина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041" y="2018380"/>
            <a:ext cx="780290" cy="780290"/>
          </a:xfrm>
          <a:prstGeom prst="rect">
            <a:avLst/>
          </a:prstGeom>
        </p:spPr>
      </p:pic>
      <p:pic>
        <p:nvPicPr>
          <p:cNvPr id="25" name="Картина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04" y="2080626"/>
            <a:ext cx="780290" cy="780290"/>
          </a:xfrm>
          <a:prstGeom prst="rect">
            <a:avLst/>
          </a:prstGeom>
        </p:spPr>
      </p:pic>
      <p:pic>
        <p:nvPicPr>
          <p:cNvPr id="26" name="Картина 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04" y="1234131"/>
            <a:ext cx="780290" cy="780290"/>
          </a:xfrm>
          <a:prstGeom prst="rect">
            <a:avLst/>
          </a:prstGeom>
        </p:spPr>
      </p:pic>
      <p:pic>
        <p:nvPicPr>
          <p:cNvPr id="27" name="Картина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567" y="1234131"/>
            <a:ext cx="780290" cy="780290"/>
          </a:xfrm>
          <a:prstGeom prst="rect">
            <a:avLst/>
          </a:prstGeom>
        </p:spPr>
      </p:pic>
      <p:pic>
        <p:nvPicPr>
          <p:cNvPr id="28" name="Картина 2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475" y="2080626"/>
            <a:ext cx="780290" cy="780290"/>
          </a:xfrm>
          <a:prstGeom prst="rect">
            <a:avLst/>
          </a:prstGeom>
        </p:spPr>
      </p:pic>
      <p:pic>
        <p:nvPicPr>
          <p:cNvPr id="29" name="Картина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459" y="2080626"/>
            <a:ext cx="780290" cy="780290"/>
          </a:xfrm>
          <a:prstGeom prst="rect">
            <a:avLst/>
          </a:prstGeom>
        </p:spPr>
      </p:pic>
      <p:pic>
        <p:nvPicPr>
          <p:cNvPr id="30" name="Картина 29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459" y="1234131"/>
            <a:ext cx="780290" cy="780290"/>
          </a:xfrm>
          <a:prstGeom prst="rect">
            <a:avLst/>
          </a:prstGeom>
        </p:spPr>
      </p:pic>
      <p:pic>
        <p:nvPicPr>
          <p:cNvPr id="31" name="Картина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481" y="3266083"/>
            <a:ext cx="780290" cy="780290"/>
          </a:xfrm>
          <a:prstGeom prst="rect">
            <a:avLst/>
          </a:prstGeom>
        </p:spPr>
      </p:pic>
      <p:pic>
        <p:nvPicPr>
          <p:cNvPr id="32" name="Картина 31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885" y="3266083"/>
            <a:ext cx="780290" cy="780290"/>
          </a:xfrm>
          <a:prstGeom prst="rect">
            <a:avLst/>
          </a:prstGeom>
        </p:spPr>
      </p:pic>
      <p:pic>
        <p:nvPicPr>
          <p:cNvPr id="33" name="Картина 3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885" y="4162261"/>
            <a:ext cx="780290" cy="780290"/>
          </a:xfrm>
          <a:prstGeom prst="rect">
            <a:avLst/>
          </a:prstGeom>
        </p:spPr>
      </p:pic>
      <p:pic>
        <p:nvPicPr>
          <p:cNvPr id="34" name="Картина 33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481" y="4162805"/>
            <a:ext cx="780290" cy="780290"/>
          </a:xfrm>
          <a:prstGeom prst="rect">
            <a:avLst/>
          </a:prstGeom>
        </p:spPr>
      </p:pic>
      <p:pic>
        <p:nvPicPr>
          <p:cNvPr id="35" name="Картина 34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778" y="4162261"/>
            <a:ext cx="780290" cy="780290"/>
          </a:xfrm>
          <a:prstGeom prst="rect">
            <a:avLst/>
          </a:prstGeom>
        </p:spPr>
      </p:pic>
      <p:pic>
        <p:nvPicPr>
          <p:cNvPr id="36" name="Картина 3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331" y="4196026"/>
            <a:ext cx="780290" cy="780290"/>
          </a:xfrm>
          <a:prstGeom prst="rect">
            <a:avLst/>
          </a:prstGeom>
        </p:spPr>
      </p:pic>
      <p:pic>
        <p:nvPicPr>
          <p:cNvPr id="37" name="Картина 36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884" y="4196026"/>
            <a:ext cx="780290" cy="780290"/>
          </a:xfrm>
          <a:prstGeom prst="rect">
            <a:avLst/>
          </a:prstGeom>
        </p:spPr>
      </p:pic>
      <p:pic>
        <p:nvPicPr>
          <p:cNvPr id="38" name="Картина 37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443" y="2080626"/>
            <a:ext cx="780290" cy="780290"/>
          </a:xfrm>
          <a:prstGeom prst="rect">
            <a:avLst/>
          </a:prstGeom>
        </p:spPr>
      </p:pic>
      <p:pic>
        <p:nvPicPr>
          <p:cNvPr id="39" name="Картина 38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351" y="1234131"/>
            <a:ext cx="780290" cy="780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Реколта</Template>
  <TotalTime>93</TotalTime>
  <Words>79</Words>
  <Application>Microsoft Office PowerPoint</Application>
  <PresentationFormat>Презентация на цял екран (16:9)</PresentationFormat>
  <Paragraphs>27</Paragraphs>
  <Slides>8</Slides>
  <Notes>7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4" baseType="lpstr">
      <vt:lpstr>Arial</vt:lpstr>
      <vt:lpstr>Nunito</vt:lpstr>
      <vt:lpstr>Franklin Gothic Book</vt:lpstr>
      <vt:lpstr>Squada One</vt:lpstr>
      <vt:lpstr>Fira Sans Extra Condensed Medium</vt:lpstr>
      <vt:lpstr>Crop</vt:lpstr>
      <vt:lpstr>Презентация на PowerPoint</vt:lpstr>
      <vt:lpstr>Проблемът и Решението</vt:lpstr>
      <vt:lpstr>Проблемът и Решението</vt:lpstr>
      <vt:lpstr>Отборът</vt:lpstr>
      <vt:lpstr>Стъпки на разработка</vt:lpstr>
      <vt:lpstr>Архитектура на приложението</vt:lpstr>
      <vt:lpstr>Презентация на PowerPoint</vt:lpstr>
      <vt:lpstr>INTRDUCTION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MREZHEN</dc:title>
  <dc:creator>User</dc:creator>
  <cp:lastModifiedBy>User</cp:lastModifiedBy>
  <cp:revision>11</cp:revision>
  <dcterms:modified xsi:type="dcterms:W3CDTF">2026-02-28T20:37:04Z</dcterms:modified>
</cp:coreProperties>
</file>